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8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<Relationship Id="rId8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image" Target="../media/slide1.png"/>
<Relationship Id="rId2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image" Target="../media/slide2.png"/>
<Relationship Id="rId2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image" Target="../media/slide3.png"/>
<Relationship Id="rId2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image" Target="../media/slide4.png"/>
<Relationship Id="rId2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image" Target="../media/slide5.png"/>
<Relationship Id="rId2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image" Target="../media/slide6.png"/>
<Relationship Id="rId2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image" Target="../media/slide7.png"/>
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/>
      <p:pic>
        <p:nvPicPr>
          <p:cNvPr id="2" name="Slide image"/>
          <p:cNvPicPr preferRelativeResize="0"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/>
      <p:pic>
        <p:nvPicPr>
          <p:cNvPr id="2" name="Slide image"/>
          <p:cNvPicPr preferRelativeResize="0"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/>
      <p:pic>
        <p:nvPicPr>
          <p:cNvPr id="2" name="Slide image"/>
          <p:cNvPicPr preferRelativeResize="0"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/>
      <p:pic>
        <p:nvPicPr>
          <p:cNvPr id="2" name="Slide image"/>
          <p:cNvPicPr preferRelativeResize="0"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/>
      <p:pic>
        <p:nvPicPr>
          <p:cNvPr id="2" name="Slide image"/>
          <p:cNvPicPr preferRelativeResize="0"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/>
      <p:pic>
        <p:nvPicPr>
          <p:cNvPr id="2" name="Slide image"/>
          <p:cNvPicPr preferRelativeResize="0"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/>
      <p:pic>
        <p:nvPicPr>
          <p:cNvPr id="2" name="Slide image"/>
          <p:cNvPicPr preferRelativeResize="0"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anteen Review">
  <a:themeElements>
    <a:clrScheme name="Canteen">
      <a:dk1>
        <a:srgbClr val="0B1323"/>
      </a:dk1>
      <a:lt1>
        <a:srgbClr val="F7F5F0"/>
      </a:lt1>
      <a:dk2>
        <a:srgbClr val="111D35"/>
      </a:dk2>
      <a:lt2>
        <a:srgbClr val="B8C4D6"/>
      </a:lt2>
      <a:accent1>
        <a:srgbClr val="21D4C8"/>
      </a:accent1>
      <a:accent2>
        <a:srgbClr val="FFB85C"/>
      </a:accent2>
      <a:accent3>
        <a:srgbClr val="79A9FF"/>
      </a:accent3>
      <a:accent4>
        <a:srgbClr val="95E06C"/>
      </a:accent4>
      <a:accent5>
        <a:srgbClr val="FF7D7D"/>
      </a:accent5>
      <a:accent6>
        <a:srgbClr val="FFFFFF"/>
      </a:accent6>
      <a:hlink>
        <a:srgbClr val="21D4C8"/>
      </a:hlink>
      <a:folHlink>
        <a:srgbClr val="FFB85C"/>
      </a:folHlink>
    </a:clrScheme>
    <a:fontScheme name="Arial">
      <a:majorFont>
        <a:latin typeface="Arial"/>
      </a:majorFont>
      <a:minorFont>
        <a:latin typeface="Arial"/>
      </a:minorFont>
    </a:fontScheme>
    <a:fmtScheme name="Canteen">
      <a:fillStyleLst/>
      <a:lnStyleLst/>
      <a:effectStyleLst/>
      <a:bgFillStyleLst/>
    </a:fmtScheme>
  </a:themeElements>
</a:theme>
</file>